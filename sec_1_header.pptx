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PPA JUMPER AUDIT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658368"/>
            <a:ext cx="17830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658368"/>
            <a:ext cx="17830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658368"/>
            <a:ext cx="1783080" cy="5303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2026-10-12T06:17:10Z</dcterms:created>
  <dcterms:modified xsi:type="dcterms:W3CDTF">2026-10-12T06:17:10Z</dcterms:modified>
</cp:coreProperties>
</file>