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W1</c:v>
                  </c:pt>
                  <c:pt idx="1">
                    <c:v>W2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540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</c:f>
              <c:multiLvlStrCache>
                <c:ptCount val="2"/>
                <c:lvl>
                  <c:pt idx="0">
                    <c:v>W1</c:v>
                  </c:pt>
                  <c:pt idx="1">
                    <c:v>W2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0" descr=""/>
          <p:cNvGraphicFramePr/>
          <p:nvPr/>
        </p:nvGraphicFramePr>
        <p:xfrm>
          <a:off x="914400" y="914400"/>
          <a:ext cx="45720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2026-10-12T06:05:55Z</dcterms:created>
  <dcterms:modified xsi:type="dcterms:W3CDTF">2026-10-12T06:05:55Z</dcterms:modified>
</cp:coreProperties>
</file>