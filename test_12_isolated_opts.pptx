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57200" y="1371600"/>
          <a:ext cx="1828800" cy="914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2026-10-12T07:10:07Z</dcterms:created>
  <dcterms:modified xsi:type="dcterms:W3CDTF">2026-10-12T07:10:07Z</dcterms:modified>
</cp:coreProperties>
</file>