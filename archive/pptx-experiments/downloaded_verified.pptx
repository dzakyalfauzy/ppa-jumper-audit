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chart" Target="/ppt/charts/chart12.xml"/><Relationship Id="rId13" Type="http://schemas.openxmlformats.org/officeDocument/2006/relationships/chart" Target="/ppt/charts/chart13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PPA JUMPER AUDIT WEEK-40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DRYER–CM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4 jumpers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KILN–CTS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9456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3 jumpers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FURNACE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6052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 jumpers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CONVERTER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2648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 jumpers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" y="1271016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28600" y="1389888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26517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228600" y="2368296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265176" y="3227832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24" name="Chart 2" descr=""/>
          <p:cNvGraphicFramePr/>
          <p:nvPr/>
        </p:nvGraphicFramePr>
        <p:xfrm>
          <a:off x="228600" y="3346704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hape 20"/>
          <p:cNvSpPr/>
          <p:nvPr/>
        </p:nvSpPr>
        <p:spPr>
          <a:xfrm>
            <a:off x="219456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19456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231136" y="1271016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28" name="Chart 3" descr=""/>
          <p:cNvGraphicFramePr/>
          <p:nvPr/>
        </p:nvGraphicFramePr>
        <p:xfrm>
          <a:off x="2194560" y="1389888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" name="Text 23"/>
          <p:cNvSpPr/>
          <p:nvPr/>
        </p:nvSpPr>
        <p:spPr>
          <a:xfrm>
            <a:off x="223113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30" name="Chart 4" descr=""/>
          <p:cNvGraphicFramePr/>
          <p:nvPr/>
        </p:nvGraphicFramePr>
        <p:xfrm>
          <a:off x="2194560" y="2368296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 24"/>
          <p:cNvSpPr/>
          <p:nvPr/>
        </p:nvSpPr>
        <p:spPr>
          <a:xfrm>
            <a:off x="2231136" y="3227832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32" name="Chart 5" descr=""/>
          <p:cNvGraphicFramePr/>
          <p:nvPr/>
        </p:nvGraphicFramePr>
        <p:xfrm>
          <a:off x="2194560" y="3346704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Shape 25"/>
          <p:cNvSpPr/>
          <p:nvPr/>
        </p:nvSpPr>
        <p:spPr>
          <a:xfrm>
            <a:off x="416052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16052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4197096" y="1271016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36" name="Chart 6" descr=""/>
          <p:cNvGraphicFramePr/>
          <p:nvPr/>
        </p:nvGraphicFramePr>
        <p:xfrm>
          <a:off x="4160520" y="1389888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7" name="Text 28"/>
          <p:cNvSpPr/>
          <p:nvPr/>
        </p:nvSpPr>
        <p:spPr>
          <a:xfrm>
            <a:off x="419709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38" name="Chart 7" descr=""/>
          <p:cNvGraphicFramePr/>
          <p:nvPr/>
        </p:nvGraphicFramePr>
        <p:xfrm>
          <a:off x="4160520" y="2368296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9" name="Text 29"/>
          <p:cNvSpPr/>
          <p:nvPr/>
        </p:nvSpPr>
        <p:spPr>
          <a:xfrm>
            <a:off x="4197096" y="3227832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40" name="Chart 8" descr=""/>
          <p:cNvGraphicFramePr/>
          <p:nvPr/>
        </p:nvGraphicFramePr>
        <p:xfrm>
          <a:off x="4160520" y="3346704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41" name="Shape 30"/>
          <p:cNvSpPr/>
          <p:nvPr/>
        </p:nvSpPr>
        <p:spPr>
          <a:xfrm>
            <a:off x="612648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612648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43" name="Text 32"/>
          <p:cNvSpPr/>
          <p:nvPr/>
        </p:nvSpPr>
        <p:spPr>
          <a:xfrm>
            <a:off x="6163056" y="1271016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44" name="Chart 9" descr=""/>
          <p:cNvGraphicFramePr/>
          <p:nvPr/>
        </p:nvGraphicFramePr>
        <p:xfrm>
          <a:off x="6126480" y="1389888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45" name="Text 33"/>
          <p:cNvSpPr/>
          <p:nvPr/>
        </p:nvSpPr>
        <p:spPr>
          <a:xfrm>
            <a:off x="616305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46" name="Chart 10" descr=""/>
          <p:cNvGraphicFramePr/>
          <p:nvPr/>
        </p:nvGraphicFramePr>
        <p:xfrm>
          <a:off x="6126480" y="2368296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47" name="Text 34"/>
          <p:cNvSpPr/>
          <p:nvPr/>
        </p:nvSpPr>
        <p:spPr>
          <a:xfrm>
            <a:off x="6163056" y="3227832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48" name="Chart 11" descr=""/>
          <p:cNvGraphicFramePr/>
          <p:nvPr/>
        </p:nvGraphicFramePr>
        <p:xfrm>
          <a:off x="6126480" y="3346704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49" name="Shape 35"/>
          <p:cNvSpPr/>
          <p:nvPr/>
        </p:nvSpPr>
        <p:spPr>
          <a:xfrm>
            <a:off x="228600" y="41879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36"/>
          <p:cNvSpPr/>
          <p:nvPr/>
        </p:nvSpPr>
        <p:spPr>
          <a:xfrm>
            <a:off x="320040" y="42245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8A"/>
                </a:solidFill>
              </a:rPr>
              <a:t>Total Jumper with Authorized/MoC</a:t>
            </a:r>
            <a:endParaRPr lang="en-US" sz="750" dirty="0"/>
          </a:p>
        </p:txBody>
      </p:sp>
      <p:sp>
        <p:nvSpPr>
          <p:cNvPr id="51" name="Text 37"/>
          <p:cNvSpPr/>
          <p:nvPr/>
        </p:nvSpPr>
        <p:spPr>
          <a:xfrm>
            <a:off x="320040" y="4370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</a:t>
            </a:r>
            <a:endParaRPr lang="en-US" sz="1400" dirty="0"/>
          </a:p>
        </p:txBody>
      </p:sp>
      <p:sp>
        <p:nvSpPr>
          <p:cNvPr id="52" name="Shape 38"/>
          <p:cNvSpPr/>
          <p:nvPr/>
        </p:nvSpPr>
        <p:spPr>
          <a:xfrm>
            <a:off x="4160520" y="41879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39"/>
          <p:cNvSpPr/>
          <p:nvPr/>
        </p:nvSpPr>
        <p:spPr>
          <a:xfrm>
            <a:off x="4251960" y="42245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8A"/>
                </a:solidFill>
              </a:rPr>
              <a:t>Total Removed (W40, 2026)</a:t>
            </a:r>
            <a:endParaRPr lang="en-US" sz="750" dirty="0"/>
          </a:p>
        </p:txBody>
      </p:sp>
      <p:sp>
        <p:nvSpPr>
          <p:cNvPr id="54" name="Text 40"/>
          <p:cNvSpPr/>
          <p:nvPr/>
        </p:nvSpPr>
        <p:spPr>
          <a:xfrm>
            <a:off x="4251960" y="4370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0</a:t>
            </a:r>
            <a:endParaRPr lang="en-US" sz="1400" dirty="0"/>
          </a:p>
        </p:txBody>
      </p:sp>
      <p:sp>
        <p:nvSpPr>
          <p:cNvPr id="55" name="Text 41"/>
          <p:cNvSpPr/>
          <p:nvPr/>
        </p:nvSpPr>
        <p:spPr>
          <a:xfrm>
            <a:off x="228600" y="47365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Jumper Update Table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919472"/>
          <a:ext cx="7772400" cy="173736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1097280"/>
                <a:gridCol w="822960"/>
                <a:gridCol w="1280160"/>
              </a:tblGrid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Shape 42"/>
          <p:cNvSpPr/>
          <p:nvPr/>
        </p:nvSpPr>
        <p:spPr>
          <a:xfrm>
            <a:off x="8183880" y="530352"/>
            <a:ext cx="377647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43"/>
          <p:cNvSpPr/>
          <p:nvPr/>
        </p:nvSpPr>
        <p:spPr>
          <a:xfrm>
            <a:off x="8293608" y="585216"/>
            <a:ext cx="3557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Remaining Jumper List (3)</a:t>
            </a:r>
            <a:endParaRPr lang="en-US" sz="9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7032" y="786384"/>
          <a:ext cx="3630168" cy="2066544"/>
        </p:xfrm>
        <a:graphic>
          <a:graphicData uri="http://schemas.openxmlformats.org/drawingml/2006/table">
            <a:tbl>
              <a:tblPr/>
              <a:tblGrid>
                <a:gridCol w="292608"/>
                <a:gridCol w="658368"/>
                <a:gridCol w="566928"/>
                <a:gridCol w="2112264"/>
              </a:tblGrid>
              <a:tr h="516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Shape 44"/>
          <p:cNvSpPr/>
          <p:nvPr/>
        </p:nvSpPr>
        <p:spPr>
          <a:xfrm>
            <a:off x="8183880" y="2999232"/>
            <a:ext cx="37764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45"/>
          <p:cNvSpPr/>
          <p:nvPr/>
        </p:nvSpPr>
        <p:spPr>
          <a:xfrm>
            <a:off x="8293608" y="3054096"/>
            <a:ext cx="35570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Remaining PLC Ratio</a:t>
            </a:r>
            <a:endParaRPr lang="en-US" sz="800" dirty="0"/>
          </a:p>
        </p:txBody>
      </p:sp>
      <p:sp>
        <p:nvSpPr>
          <p:cNvPr id="62" name="Text 46"/>
          <p:cNvSpPr/>
          <p:nvPr/>
        </p:nvSpPr>
        <p:spPr>
          <a:xfrm>
            <a:off x="8293608" y="3218688"/>
            <a:ext cx="3557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4 / 69  (5.8%)</a:t>
            </a:r>
            <a:endParaRPr lang="en-US" sz="1500" dirty="0"/>
          </a:p>
        </p:txBody>
      </p:sp>
      <p:sp>
        <p:nvSpPr>
          <p:cNvPr id="63" name="Text 47"/>
          <p:cNvSpPr/>
          <p:nvPr/>
        </p:nvSpPr>
        <p:spPr>
          <a:xfrm>
            <a:off x="8293608" y="3547872"/>
            <a:ext cx="35570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PLC with active jumpers / Total PLC in Scope</a:t>
            </a:r>
            <a:endParaRPr lang="en-US" sz="720" dirty="0"/>
          </a:p>
        </p:txBody>
      </p:sp>
      <p:sp>
        <p:nvSpPr>
          <p:cNvPr id="64" name="Shape 48"/>
          <p:cNvSpPr/>
          <p:nvPr/>
        </p:nvSpPr>
        <p:spPr>
          <a:xfrm>
            <a:off x="8183880" y="3877056"/>
            <a:ext cx="377647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49"/>
          <p:cNvSpPr/>
          <p:nvPr/>
        </p:nvSpPr>
        <p:spPr>
          <a:xfrm>
            <a:off x="8293608" y="3931920"/>
            <a:ext cx="3557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Count of Remaining Jumper on PLC PP Area</a:t>
            </a:r>
            <a:endParaRPr lang="en-US" sz="800" dirty="0"/>
          </a:p>
        </p:txBody>
      </p:sp>
      <p:graphicFrame>
        <p:nvGraphicFramePr>
          <p:cNvPr id="66" name="Chart 12" descr=""/>
          <p:cNvGraphicFramePr/>
          <p:nvPr/>
        </p:nvGraphicFramePr>
        <p:xfrm>
          <a:off x="8257032" y="4133088"/>
          <a:ext cx="3630168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2026-10-12T10:39:49Z</dcterms:created>
  <dcterms:modified xsi:type="dcterms:W3CDTF">2026-10-12T10:39:49Z</dcterms:modified>
</cp:coreProperties>
</file>