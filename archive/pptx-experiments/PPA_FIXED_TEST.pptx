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chart" Target="../charts/chart7.xml"/><Relationship Id="rId8" Type="http://schemas.openxmlformats.org/officeDocument/2006/relationships/chart" Target="../charts/chart8.xml"/><Relationship Id="rId9" Type="http://schemas.openxmlformats.org/officeDocument/2006/relationships/chart" Target="../charts/chart9.xml"/><Relationship Id="rId10" Type="http://schemas.openxmlformats.org/officeDocument/2006/relationships/chart" Target="../charts/chart10.xml"/><Relationship Id="rId11" Type="http://schemas.openxmlformats.org/officeDocument/2006/relationships/chart" Target="../charts/chart11.xml"/><Relationship Id="rId12" Type="http://schemas.openxmlformats.org/officeDocument/2006/relationships/chart" Target="../charts/chart12.xml"/><Relationship Id="rId13" Type="http://schemas.openxmlformats.org/officeDocument/2006/relationships/chart" Target="..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347472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347472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27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Shape 23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240280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50008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32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Shape 27"/>
          <p:cNvSpPr/>
          <p:nvPr/>
        </p:nvSpPr>
        <p:spPr>
          <a:xfrm>
            <a:off x="2240280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350008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35" name="Chart 4" descr=""/>
          <p:cNvGraphicFramePr/>
          <p:nvPr/>
        </p:nvGraphicFramePr>
        <p:xfrm>
          <a:off x="2167128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6" name="Shape 29"/>
          <p:cNvSpPr/>
          <p:nvPr/>
        </p:nvSpPr>
        <p:spPr>
          <a:xfrm>
            <a:off x="2240280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350008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38" name="Chart 5" descr=""/>
          <p:cNvGraphicFramePr/>
          <p:nvPr/>
        </p:nvGraphicFramePr>
        <p:xfrm>
          <a:off x="2167128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9" name="Shape 31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4133088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242816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43" name="Chart 6" descr=""/>
          <p:cNvGraphicFramePr/>
          <p:nvPr/>
        </p:nvGraphicFramePr>
        <p:xfrm>
          <a:off x="4059936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4" name="Shape 35"/>
          <p:cNvSpPr/>
          <p:nvPr/>
        </p:nvSpPr>
        <p:spPr>
          <a:xfrm>
            <a:off x="4133088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4242816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46" name="Chart 7" descr=""/>
          <p:cNvGraphicFramePr/>
          <p:nvPr/>
        </p:nvGraphicFramePr>
        <p:xfrm>
          <a:off x="4059936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7" name="Shape 37"/>
          <p:cNvSpPr/>
          <p:nvPr/>
        </p:nvSpPr>
        <p:spPr>
          <a:xfrm>
            <a:off x="4133088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242816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49" name="Chart 8" descr=""/>
          <p:cNvGraphicFramePr/>
          <p:nvPr/>
        </p:nvGraphicFramePr>
        <p:xfrm>
          <a:off x="4059936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50" name="Shape 39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6025896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6135624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54" name="Chart 9" descr=""/>
          <p:cNvGraphicFramePr/>
          <p:nvPr/>
        </p:nvGraphicFramePr>
        <p:xfrm>
          <a:off x="5952744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55" name="Shape 43"/>
          <p:cNvSpPr/>
          <p:nvPr/>
        </p:nvSpPr>
        <p:spPr>
          <a:xfrm>
            <a:off x="6025896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6135624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57" name="Chart 10" descr=""/>
          <p:cNvGraphicFramePr/>
          <p:nvPr/>
        </p:nvGraphicFramePr>
        <p:xfrm>
          <a:off x="5952744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58" name="Shape 45"/>
          <p:cNvSpPr/>
          <p:nvPr/>
        </p:nvSpPr>
        <p:spPr>
          <a:xfrm>
            <a:off x="6025896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59" name="Text 46"/>
          <p:cNvSpPr/>
          <p:nvPr/>
        </p:nvSpPr>
        <p:spPr>
          <a:xfrm>
            <a:off x="6135624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60" name="Chart 11" descr=""/>
          <p:cNvGraphicFramePr/>
          <p:nvPr/>
        </p:nvGraphicFramePr>
        <p:xfrm>
          <a:off x="5952744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61" name="Shape 47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48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63" name="Text 49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64" name="Shape 50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51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66" name="Text 52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67" name="Text 53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Shape 54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55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" name="Shape 56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Text 57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74" name="Text 58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75" name="Text 59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76" name="Shape 60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61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78" name="Chart 12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2026-10-12T05:50:53Z</dcterms:created>
  <dcterms:modified xsi:type="dcterms:W3CDTF">2026-10-12T05:50:53Z</dcterms:modified>
</cp:coreProperties>
</file>