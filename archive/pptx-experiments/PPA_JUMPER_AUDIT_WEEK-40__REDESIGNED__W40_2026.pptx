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 (REDESIGNED)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052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6517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2860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6517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2860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3113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9456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3113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9456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3113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9456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9709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052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9709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052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9709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052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63056" y="128016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26480" y="1408176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6305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26480" y="2377440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63056" y="32186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26480" y="3346704"/>
          <a:ext cx="187452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2860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2004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32004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6052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5196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5196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28600" y="47365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919472"/>
          <a:ext cx="77724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1097280"/>
                <a:gridCol w="8229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183880" y="530352"/>
            <a:ext cx="377647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293608" y="585216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786384"/>
          <a:ext cx="3630168" cy="2066544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112264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183880" y="2999232"/>
            <a:ext cx="3776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293608" y="3054096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293608" y="3218688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293608" y="3547872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183880" y="3877056"/>
            <a:ext cx="37764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293608" y="3931920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257032" y="4133088"/>
          <a:ext cx="3630168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 (REDESIGNED)</dc:title>
  <dc:subject>PptxGenJS Presentation</dc:subject>
  <dc:creator>PPA Automation</dc:creator>
  <cp:lastModifiedBy>PPA Automation</cp:lastModifiedBy>
  <cp:revision>1</cp:revision>
  <dcterms:created xsi:type="dcterms:W3CDTF">2026-10-12T09:39:14Z</dcterms:created>
  <dcterms:modified xsi:type="dcterms:W3CDTF">2026-10-12T09:39:14Z</dcterms:modified>
</cp:coreProperties>
</file>