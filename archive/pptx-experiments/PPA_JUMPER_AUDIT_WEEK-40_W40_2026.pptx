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147218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241401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320040" y="33558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12848" y="147218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12848" y="241401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12848" y="33558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105656" y="147218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105656" y="241401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105656" y="33558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5998464" y="1472184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5998464" y="2414016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5998464" y="33558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51" name="Text 37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52" name="Shape 38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62" name="Text 46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63" name="Text 47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64" name="Shape 48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2026-10-12T07:22:55Z</dcterms:created>
  <dcterms:modified xsi:type="dcterms:W3CDTF">2026-10-12T07:22:55Z</dcterms:modified>
</cp:coreProperties>
</file>