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W38</c:v>
                </c:pt>
                <c:pt idx="1">
                  <c:v>W39</c:v>
                </c:pt>
                <c:pt idx="2">
                  <c:v>W40</c:v>
                </c:pt>
                <c:pt idx="3">
                  <c:v>W41</c:v>
                </c:pt>
                <c:pt idx="4">
                  <c:v>W42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W38</c:v>
                </c:pt>
                <c:pt idx="1">
                  <c:v>W39</c:v>
                </c:pt>
                <c:pt idx="2">
                  <c:v>W40</c:v>
                </c:pt>
                <c:pt idx="3">
                  <c:v>W41</c:v>
                </c:pt>
                <c:pt idx="4">
                  <c:v>W42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date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date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457200"/>
          <a:ext cx="2011680" cy="1005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2026-10-12T09:29:19Z</dcterms:created>
  <dcterms:modified xsi:type="dcterms:W3CDTF">2026-10-12T09:29:19Z</dcterms:modified>
</cp:coreProperties>
</file>