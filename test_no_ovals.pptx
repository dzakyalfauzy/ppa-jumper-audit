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457200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350008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2350008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30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/>
          <p:nvPr/>
        </p:nvSpPr>
        <p:spPr>
          <a:xfrm>
            <a:off x="2350008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32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242816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36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7" name="Text 28"/>
          <p:cNvSpPr/>
          <p:nvPr/>
        </p:nvSpPr>
        <p:spPr>
          <a:xfrm>
            <a:off x="4242816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38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" name="Text 29"/>
          <p:cNvSpPr/>
          <p:nvPr/>
        </p:nvSpPr>
        <p:spPr>
          <a:xfrm>
            <a:off x="4242816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40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1" name="Shape 30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6135624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44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5" name="Text 33"/>
          <p:cNvSpPr/>
          <p:nvPr/>
        </p:nvSpPr>
        <p:spPr>
          <a:xfrm>
            <a:off x="6135624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46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7" name="Text 34"/>
          <p:cNvSpPr/>
          <p:nvPr/>
        </p:nvSpPr>
        <p:spPr>
          <a:xfrm>
            <a:off x="6135624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48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9" name="Shape 35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51" name="Text 37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52" name="Shape 38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54" name="Text 40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55" name="Text 41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42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4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62" name="Text 46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63" name="Text 47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64" name="Shape 48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66" name="Chart 12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2026-10-12T07:21:31Z</dcterms:created>
  <dcterms:modified xsi:type="dcterms:W3CDTF">2026-10-12T07:21:31Z</dcterms:modified>
</cp:coreProperties>
</file>