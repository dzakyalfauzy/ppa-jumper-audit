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chart" Target="/ppt/charts/chart16.xml"/><Relationship Id="rId7" Type="http://schemas.openxmlformats.org/officeDocument/2006/relationships/chart" Target="/ppt/charts/chart17.xml"/><Relationship Id="rId8" Type="http://schemas.openxmlformats.org/officeDocument/2006/relationships/chart" Target="/ppt/charts/chart18.xml"/><Relationship Id="rId9" Type="http://schemas.openxmlformats.org/officeDocument/2006/relationships/chart" Target="/ppt/charts/chart19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Shape 42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55" name="Text 45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6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8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62" name="Text 50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63" name="Text 51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64" name="Shape 52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66" name="Chart 8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2026-10-12T06:53:21Z</dcterms:created>
  <dcterms:modified xsi:type="dcterms:W3CDTF">2026-10-12T06:53:21Z</dcterms:modified>
</cp:coreProperties>
</file>