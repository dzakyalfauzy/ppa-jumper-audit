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W1</c:v>
                  </c:pt>
                  <c:pt idx="1">
                    <c:v>W2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Chart 1" descr=""/>
          <p:cNvGraphicFramePr/>
          <p:nvPr/>
        </p:nvGraphicFramePr>
        <p:xfrm>
          <a:off x="2286000" y="4572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2" descr=""/>
          <p:cNvGraphicFramePr/>
          <p:nvPr/>
        </p:nvGraphicFramePr>
        <p:xfrm>
          <a:off x="4114800" y="4572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3" descr=""/>
          <p:cNvGraphicFramePr/>
          <p:nvPr/>
        </p:nvGraphicFramePr>
        <p:xfrm>
          <a:off x="5943600" y="4572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6" name="Chart 4" descr=""/>
          <p:cNvGraphicFramePr/>
          <p:nvPr/>
        </p:nvGraphicFramePr>
        <p:xfrm>
          <a:off x="457200" y="22860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7" name="Chart 5" descr=""/>
          <p:cNvGraphicFramePr/>
          <p:nvPr/>
        </p:nvGraphicFramePr>
        <p:xfrm>
          <a:off x="2286000" y="22860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8" name="Chart 6" descr=""/>
          <p:cNvGraphicFramePr/>
          <p:nvPr/>
        </p:nvGraphicFramePr>
        <p:xfrm>
          <a:off x="4114800" y="22860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graphicFrame>
        <p:nvGraphicFramePr>
          <p:cNvPr id="9" name="Chart 7" descr=""/>
          <p:cNvGraphicFramePr/>
          <p:nvPr/>
        </p:nvGraphicFramePr>
        <p:xfrm>
          <a:off x="5943600" y="22860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graphicFrame>
        <p:nvGraphicFramePr>
          <p:cNvPr id="10" name="Chart 8" descr=""/>
          <p:cNvGraphicFramePr/>
          <p:nvPr/>
        </p:nvGraphicFramePr>
        <p:xfrm>
          <a:off x="457200" y="41148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graphicFrame>
        <p:nvGraphicFramePr>
          <p:cNvPr id="11" name="Chart 9" descr=""/>
          <p:cNvGraphicFramePr/>
          <p:nvPr/>
        </p:nvGraphicFramePr>
        <p:xfrm>
          <a:off x="2286000" y="41148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12" name="Chart 10" descr=""/>
          <p:cNvGraphicFramePr/>
          <p:nvPr/>
        </p:nvGraphicFramePr>
        <p:xfrm>
          <a:off x="4114800" y="41148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13" name="Chart 11" descr=""/>
          <p:cNvGraphicFramePr/>
          <p:nvPr/>
        </p:nvGraphicFramePr>
        <p:xfrm>
          <a:off x="5943600" y="4114800"/>
          <a:ext cx="1645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2026-10-12T06:17:10Z</dcterms:created>
  <dcterms:modified xsi:type="dcterms:W3CDTF">2026-10-12T06:17:10Z</dcterms:modified>
</cp:coreProperties>
</file>