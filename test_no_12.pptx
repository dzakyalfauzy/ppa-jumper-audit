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PPA JUMPER AUDIT WEEK-40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DRYER–CM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 jumpers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67128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KILN–CTS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67128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 jumpers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59936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FURNACE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59936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2744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CONVERTER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52744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Jumper with Authorized/MoC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96512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7952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Removed (W40, 2026)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87952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4320" y="4956048"/>
            <a:ext cx="7461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Jumper Update Table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157216"/>
          <a:ext cx="7461504" cy="1554480"/>
        </p:xfrm>
        <a:graphic>
          <a:graphicData uri="http://schemas.openxmlformats.org/drawingml/2006/table">
            <a:tbl>
              <a:tblPr/>
              <a:tblGrid>
                <a:gridCol w="822960"/>
                <a:gridCol w="3474720"/>
                <a:gridCol w="1097280"/>
                <a:gridCol w="822960"/>
                <a:gridCol w="1243584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7955280" y="658368"/>
            <a:ext cx="395935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92440" y="731520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Remaining Jumper List (3)</a:t>
            </a:r>
            <a:endParaRPr lang="en-US" sz="9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978408"/>
          <a:ext cx="3776472" cy="1965960"/>
        </p:xfrm>
        <a:graphic>
          <a:graphicData uri="http://schemas.openxmlformats.org/drawingml/2006/table">
            <a:tbl>
              <a:tblPr/>
              <a:tblGrid>
                <a:gridCol w="320040"/>
                <a:gridCol w="685800"/>
                <a:gridCol w="594360"/>
                <a:gridCol w="2176272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7955280" y="3182112"/>
            <a:ext cx="39593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092440" y="325526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Remaining PLC Ratio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092440" y="345643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 / 69  (5.8%)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8092440" y="380390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PLC with active jumpers / Total PLC in Scope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7955280" y="4151376"/>
            <a:ext cx="39593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092440" y="4224528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Count of Remaining Jumper on PLC PP Area</a:t>
            </a:r>
            <a:endParaRPr lang="en-US" sz="85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8046720" y="4443984"/>
          <a:ext cx="377647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</dc:title>
  <dc:subject>PptxGenJS Presentation</dc:subject>
  <dc:creator>PPA Automation</dc:creator>
  <cp:lastModifiedBy>PPA Automation</cp:lastModifiedBy>
  <cp:revision>1</cp:revision>
  <dcterms:created xsi:type="dcterms:W3CDTF">2026-10-12T06:49:45Z</dcterms:created>
  <dcterms:modified xsi:type="dcterms:W3CDTF">2026-10-12T06:49:45Z</dcterms:modified>
</cp:coreProperties>
</file>