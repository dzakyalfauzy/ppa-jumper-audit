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chart" Target="/ppt/charts/chart17.xml"/><Relationship Id="rId5" Type="http://schemas.openxmlformats.org/officeDocument/2006/relationships/chart" Target="/ppt/charts/chart18.xml"/><Relationship Id="rId6" Type="http://schemas.openxmlformats.org/officeDocument/2006/relationships/chart" Target="/ppt/charts/chart19.xml"/><Relationship Id="rId7" Type="http://schemas.openxmlformats.org/officeDocument/2006/relationships/chart" Target="/ppt/charts/chart20.xml"/><Relationship Id="rId8" Type="http://schemas.openxmlformats.org/officeDocument/2006/relationships/chart" Target="/ppt/charts/chart21.xml"/><Relationship Id="rId9" Type="http://schemas.openxmlformats.org/officeDocument/2006/relationships/chart" Target="/ppt/charts/chart22.xml"/><Relationship Id="rId10" Type="http://schemas.openxmlformats.org/officeDocument/2006/relationships/chart" Target="/ppt/charts/chart23.xml"/><Relationship Id="rId11" Type="http://schemas.openxmlformats.org/officeDocument/2006/relationships/chart" Target="/ppt/charts/chart24.xml"/><Relationship Id="rId12" Type="http://schemas.openxmlformats.org/officeDocument/2006/relationships/chart" Target="/ppt/charts/chart25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47218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274320" y="241401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274320" y="335584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3" descr=""/>
          <p:cNvGraphicFramePr/>
          <p:nvPr/>
        </p:nvGraphicFramePr>
        <p:xfrm>
          <a:off x="2167128" y="147218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4" descr=""/>
          <p:cNvGraphicFramePr/>
          <p:nvPr/>
        </p:nvGraphicFramePr>
        <p:xfrm>
          <a:off x="2167128" y="241401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5" descr=""/>
          <p:cNvGraphicFramePr/>
          <p:nvPr/>
        </p:nvGraphicFramePr>
        <p:xfrm>
          <a:off x="2167128" y="335584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hart 6" descr=""/>
          <p:cNvGraphicFramePr/>
          <p:nvPr/>
        </p:nvGraphicFramePr>
        <p:xfrm>
          <a:off x="4059936" y="147218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9" name="Chart 7" descr=""/>
          <p:cNvGraphicFramePr/>
          <p:nvPr/>
        </p:nvGraphicFramePr>
        <p:xfrm>
          <a:off x="4059936" y="241401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0" name="Chart 8" descr=""/>
          <p:cNvGraphicFramePr/>
          <p:nvPr/>
        </p:nvGraphicFramePr>
        <p:xfrm>
          <a:off x="4059936" y="335584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1" name="Chart 9" descr=""/>
          <p:cNvGraphicFramePr/>
          <p:nvPr/>
        </p:nvGraphicFramePr>
        <p:xfrm>
          <a:off x="5952744" y="147218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2" name="Chart 10" descr=""/>
          <p:cNvGraphicFramePr/>
          <p:nvPr/>
        </p:nvGraphicFramePr>
        <p:xfrm>
          <a:off x="5952744" y="241401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3" name="Chart 11" descr=""/>
          <p:cNvGraphicFramePr/>
          <p:nvPr/>
        </p:nvGraphicFramePr>
        <p:xfrm>
          <a:off x="5952744" y="335584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572000"/>
          <a:ext cx="7315200" cy="1828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828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2026-10-12T06:47:13Z</dcterms:created>
  <dcterms:modified xsi:type="dcterms:W3CDTF">2026-10-12T06:47:13Z</dcterms:modified>
</cp:coreProperties>
</file>