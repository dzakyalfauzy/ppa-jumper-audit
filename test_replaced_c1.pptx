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W1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PPA JUMPER AUDIT WEEK-40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DRYER–CM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 jumpers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KILN–CTS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67128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 jumpers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36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FURNACE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59936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2744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CONVERTER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52744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74320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Jumper with Authorized/MoC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65760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096512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87952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Removed (W40, 2026)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187952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274320" y="4956048"/>
            <a:ext cx="7461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Jumper Update Table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157216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Shape 32"/>
          <p:cNvSpPr/>
          <p:nvPr/>
        </p:nvSpPr>
        <p:spPr>
          <a:xfrm>
            <a:off x="7955280" y="658368"/>
            <a:ext cx="39593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092440" y="731520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Remaining Jumper List (3)</a:t>
            </a:r>
            <a:endParaRPr lang="en-US" sz="9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978408"/>
          <a:ext cx="3776472" cy="196596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594360"/>
                <a:gridCol w="2176272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34"/>
          <p:cNvSpPr/>
          <p:nvPr/>
        </p:nvSpPr>
        <p:spPr>
          <a:xfrm>
            <a:off x="7955280" y="3182112"/>
            <a:ext cx="39593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092440" y="325526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Remaining PLC Ratio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8092440" y="345643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 / 69  (5.8%)</a:t>
            </a:r>
            <a:endParaRPr lang="en-US" sz="1600" dirty="0"/>
          </a:p>
        </p:txBody>
      </p:sp>
      <p:sp>
        <p:nvSpPr>
          <p:cNvPr id="42" name="Text 37"/>
          <p:cNvSpPr/>
          <p:nvPr/>
        </p:nvSpPr>
        <p:spPr>
          <a:xfrm>
            <a:off x="8092440" y="380390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PLC with active jumpers / Total PLC in Scope</a:t>
            </a:r>
            <a:endParaRPr lang="en-US" sz="750" dirty="0"/>
          </a:p>
        </p:txBody>
      </p:sp>
      <p:sp>
        <p:nvSpPr>
          <p:cNvPr id="43" name="Shape 38"/>
          <p:cNvSpPr/>
          <p:nvPr/>
        </p:nvSpPr>
        <p:spPr>
          <a:xfrm>
            <a:off x="7955280" y="4151376"/>
            <a:ext cx="39593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8092440" y="4224528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Count of Remaining Jumper on PLC PP Area</a:t>
            </a:r>
            <a:endParaRPr lang="en-US" sz="850" dirty="0"/>
          </a:p>
        </p:txBody>
      </p:sp>
      <p:graphicFrame>
        <p:nvGraphicFramePr>
          <p:cNvPr id="45" name="Chart 1" descr=""/>
          <p:cNvGraphicFramePr/>
          <p:nvPr/>
        </p:nvGraphicFramePr>
        <p:xfrm>
          <a:off x="8046720" y="4443984"/>
          <a:ext cx="377647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2026-10-12T06:53:20Z</dcterms:created>
  <dcterms:modified xsi:type="dcterms:W3CDTF">2026-10-12T06:53:20Z</dcterms:modified>
</cp:coreProperties>
</file>