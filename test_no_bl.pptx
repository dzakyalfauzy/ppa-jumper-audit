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6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0085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00B0F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6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0085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00B0F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6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0085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00B0F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6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0085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00B0F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AFI</c:v>
                </c:pt>
              </c:strCache>
            </c:strRef>
          </c:tx>
          <c:spPr>
            <a:solidFill>
              <a:srgbClr val="00B0F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CMS1</c:v>
                  </c:pt>
                  <c:pt idx="1">
                    <c:v>D3C</c:v>
                  </c:pt>
                  <c:pt idx="2">
                    <c:v>D3C1</c:v>
                  </c:pt>
                  <c:pt idx="3">
                    <c:v>K2C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Shortbranches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CMS1</c:v>
                  </c:pt>
                  <c:pt idx="1">
                    <c:v>D3C</c:v>
                  </c:pt>
                  <c:pt idx="2">
                    <c:v>D3C1</c:v>
                  </c:pt>
                  <c:pt idx="3">
                    <c:v>K2C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1</c:v>
                </c:pt>
                <c:pt idx="3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Forces</c:v>
                </c:pt>
              </c:strCache>
            </c:strRef>
          </c:tx>
          <c:spPr>
            <a:solidFill>
              <a:srgbClr val="0085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CMS1</c:v>
                  </c:pt>
                  <c:pt idx="1">
                    <c:v>D3C</c:v>
                  </c:pt>
                  <c:pt idx="2">
                    <c:v>D3C1</c:v>
                  </c:pt>
                  <c:pt idx="3">
                    <c:v>K2C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7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chart" Target="/ppt/charts/chart4.xml"/><Relationship Id="rId5" Type="http://schemas.openxmlformats.org/officeDocument/2006/relationships/chart" Target="/ppt/charts/chart5.xml"/><Relationship Id="rId6" Type="http://schemas.openxmlformats.org/officeDocument/2006/relationships/chart" Target="/ppt/charts/chart6.xml"/><Relationship Id="rId7" Type="http://schemas.openxmlformats.org/officeDocument/2006/relationships/chart" Target="/ppt/charts/chart7.xml"/><Relationship Id="rId8" Type="http://schemas.openxmlformats.org/officeDocument/2006/relationships/chart" Target="/ppt/charts/chart8.xml"/><Relationship Id="rId9" Type="http://schemas.openxmlformats.org/officeDocument/2006/relationships/chart" Target="/ppt/charts/chart9.xml"/><Relationship Id="rId10" Type="http://schemas.openxmlformats.org/officeDocument/2006/relationships/chart" Target="/ppt/charts/chart10.xml"/><Relationship Id="rId11" Type="http://schemas.openxmlformats.org/officeDocument/2006/relationships/chart" Target="/ppt/charts/chart11.xml"/><Relationship Id="rId12" Type="http://schemas.openxmlformats.org/officeDocument/2006/relationships/chart" Target="/ppt/charts/chart12.xml"/><Relationship Id="rId13" Type="http://schemas.openxmlformats.org/officeDocument/2006/relationships/chart" Target="/ppt/charts/chart13.xml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6858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PPA JUMPER AUDIT WEEK-40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132320" y="73152"/>
            <a:ext cx="4754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Process Plant Area  |  Week 40 · 2026  |  Period: W40 (2026)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658368"/>
            <a:ext cx="1783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94944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A8A"/>
                </a:solidFill>
              </a:rPr>
              <a:t>DRYER–CM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74320" y="859536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 jumpers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167128" y="658368"/>
            <a:ext cx="1783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67128" y="694944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A8A"/>
                </a:solidFill>
              </a:rPr>
              <a:t>KILN–CTS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167128" y="859536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 jumpers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059936" y="658368"/>
            <a:ext cx="1783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59936" y="694944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A8A"/>
                </a:solidFill>
              </a:rPr>
              <a:t>FURNACE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059936" y="859536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0 jumpers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52744" y="658368"/>
            <a:ext cx="1783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52744" y="694944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A8A"/>
                </a:solidFill>
              </a:rPr>
              <a:t>CONVERTER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952744" y="859536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0 jumpers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1234440"/>
            <a:ext cx="1783080" cy="219456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1234440"/>
            <a:ext cx="1783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Dryer–CM (4 jumpers)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47472" y="1508760"/>
            <a:ext cx="73152" cy="73152"/>
          </a:xfrm>
          <a:prstGeom prst="oval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1472184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34155"/>
                </a:solidFill>
              </a:rPr>
              <a:t>Shortbranches</a:t>
            </a:r>
            <a:endParaRPr lang="en-US" sz="7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274320" y="1609344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347472" y="2450592"/>
            <a:ext cx="73152" cy="73152"/>
          </a:xfrm>
          <a:prstGeom prst="oval">
            <a:avLst/>
          </a:prstGeom>
          <a:solidFill>
            <a:srgbClr val="008577"/>
          </a:solidFill>
          <a:ln w="12700">
            <a:solidFill>
              <a:srgbClr val="00857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7200" y="2414016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34155"/>
                </a:solidFill>
              </a:rPr>
              <a:t>Forces</a:t>
            </a:r>
            <a:endParaRPr lang="en-US" sz="750" dirty="0"/>
          </a:p>
        </p:txBody>
      </p:sp>
      <p:graphicFrame>
        <p:nvGraphicFramePr>
          <p:cNvPr id="24" name="Chart 1" descr=""/>
          <p:cNvGraphicFramePr/>
          <p:nvPr/>
        </p:nvGraphicFramePr>
        <p:xfrm>
          <a:off x="274320" y="2551176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Shape 21"/>
          <p:cNvSpPr/>
          <p:nvPr/>
        </p:nvSpPr>
        <p:spPr>
          <a:xfrm>
            <a:off x="347472" y="3392424"/>
            <a:ext cx="73152" cy="73152"/>
          </a:xfrm>
          <a:prstGeom prst="oval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57200" y="3355848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34155"/>
                </a:solidFill>
              </a:rPr>
              <a:t>AFI</a:t>
            </a:r>
            <a:endParaRPr lang="en-US" sz="750" dirty="0"/>
          </a:p>
        </p:txBody>
      </p:sp>
      <p:graphicFrame>
        <p:nvGraphicFramePr>
          <p:cNvPr id="27" name="Chart 2" descr=""/>
          <p:cNvGraphicFramePr/>
          <p:nvPr/>
        </p:nvGraphicFramePr>
        <p:xfrm>
          <a:off x="274320" y="3493008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8" name="Shape 23"/>
          <p:cNvSpPr/>
          <p:nvPr/>
        </p:nvSpPr>
        <p:spPr>
          <a:xfrm>
            <a:off x="2167128" y="1234440"/>
            <a:ext cx="1783080" cy="219456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2167128" y="1234440"/>
            <a:ext cx="1783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Kiln–CTS (3 jumpers)</a:t>
            </a:r>
            <a:endParaRPr lang="en-US" sz="800" dirty="0"/>
          </a:p>
        </p:txBody>
      </p:sp>
      <p:sp>
        <p:nvSpPr>
          <p:cNvPr id="30" name="Shape 25"/>
          <p:cNvSpPr/>
          <p:nvPr/>
        </p:nvSpPr>
        <p:spPr>
          <a:xfrm>
            <a:off x="2240280" y="1508760"/>
            <a:ext cx="73152" cy="73152"/>
          </a:xfrm>
          <a:prstGeom prst="oval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2350008" y="1472184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34155"/>
                </a:solidFill>
              </a:rPr>
              <a:t>Shortbranches</a:t>
            </a:r>
            <a:endParaRPr lang="en-US" sz="750" dirty="0"/>
          </a:p>
        </p:txBody>
      </p:sp>
      <p:graphicFrame>
        <p:nvGraphicFramePr>
          <p:cNvPr id="32" name="Chart 3" descr=""/>
          <p:cNvGraphicFramePr/>
          <p:nvPr/>
        </p:nvGraphicFramePr>
        <p:xfrm>
          <a:off x="2167128" y="1609344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33" name="Shape 27"/>
          <p:cNvSpPr/>
          <p:nvPr/>
        </p:nvSpPr>
        <p:spPr>
          <a:xfrm>
            <a:off x="2240280" y="2450592"/>
            <a:ext cx="73152" cy="73152"/>
          </a:xfrm>
          <a:prstGeom prst="oval">
            <a:avLst/>
          </a:prstGeom>
          <a:solidFill>
            <a:srgbClr val="008577"/>
          </a:solidFill>
          <a:ln w="12700">
            <a:solidFill>
              <a:srgbClr val="008577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2350008" y="2414016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34155"/>
                </a:solidFill>
              </a:rPr>
              <a:t>Forces</a:t>
            </a:r>
            <a:endParaRPr lang="en-US" sz="750" dirty="0"/>
          </a:p>
        </p:txBody>
      </p:sp>
      <p:graphicFrame>
        <p:nvGraphicFramePr>
          <p:cNvPr id="35" name="Chart 4" descr=""/>
          <p:cNvGraphicFramePr/>
          <p:nvPr/>
        </p:nvGraphicFramePr>
        <p:xfrm>
          <a:off x="2167128" y="2551176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36" name="Shape 29"/>
          <p:cNvSpPr/>
          <p:nvPr/>
        </p:nvSpPr>
        <p:spPr>
          <a:xfrm>
            <a:off x="2240280" y="3392424"/>
            <a:ext cx="73152" cy="73152"/>
          </a:xfrm>
          <a:prstGeom prst="oval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2350008" y="3355848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34155"/>
                </a:solidFill>
              </a:rPr>
              <a:t>AFI</a:t>
            </a:r>
            <a:endParaRPr lang="en-US" sz="750" dirty="0"/>
          </a:p>
        </p:txBody>
      </p:sp>
      <p:graphicFrame>
        <p:nvGraphicFramePr>
          <p:cNvPr id="38" name="Chart 5" descr=""/>
          <p:cNvGraphicFramePr/>
          <p:nvPr/>
        </p:nvGraphicFramePr>
        <p:xfrm>
          <a:off x="2167128" y="3493008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39" name="Shape 31"/>
          <p:cNvSpPr/>
          <p:nvPr/>
        </p:nvSpPr>
        <p:spPr>
          <a:xfrm>
            <a:off x="4059936" y="1234440"/>
            <a:ext cx="1783080" cy="219456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40" name="Text 32"/>
          <p:cNvSpPr/>
          <p:nvPr/>
        </p:nvSpPr>
        <p:spPr>
          <a:xfrm>
            <a:off x="4059936" y="1234440"/>
            <a:ext cx="1783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Furnace (0 jumpers)</a:t>
            </a:r>
            <a:endParaRPr lang="en-US" sz="800" dirty="0"/>
          </a:p>
        </p:txBody>
      </p:sp>
      <p:sp>
        <p:nvSpPr>
          <p:cNvPr id="41" name="Shape 33"/>
          <p:cNvSpPr/>
          <p:nvPr/>
        </p:nvSpPr>
        <p:spPr>
          <a:xfrm>
            <a:off x="4133088" y="1508760"/>
            <a:ext cx="73152" cy="73152"/>
          </a:xfrm>
          <a:prstGeom prst="oval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42" name="Text 34"/>
          <p:cNvSpPr/>
          <p:nvPr/>
        </p:nvSpPr>
        <p:spPr>
          <a:xfrm>
            <a:off x="4242816" y="1472184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34155"/>
                </a:solidFill>
              </a:rPr>
              <a:t>Shortbranches</a:t>
            </a:r>
            <a:endParaRPr lang="en-US" sz="750" dirty="0"/>
          </a:p>
        </p:txBody>
      </p:sp>
      <p:graphicFrame>
        <p:nvGraphicFramePr>
          <p:cNvPr id="43" name="Chart 6" descr=""/>
          <p:cNvGraphicFramePr/>
          <p:nvPr/>
        </p:nvGraphicFramePr>
        <p:xfrm>
          <a:off x="4059936" y="1609344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7"/>
          </a:graphicData>
        </a:graphic>
      </p:graphicFrame>
      <p:sp>
        <p:nvSpPr>
          <p:cNvPr id="44" name="Shape 35"/>
          <p:cNvSpPr/>
          <p:nvPr/>
        </p:nvSpPr>
        <p:spPr>
          <a:xfrm>
            <a:off x="4133088" y="2450592"/>
            <a:ext cx="73152" cy="73152"/>
          </a:xfrm>
          <a:prstGeom prst="oval">
            <a:avLst/>
          </a:prstGeom>
          <a:solidFill>
            <a:srgbClr val="008577"/>
          </a:solidFill>
          <a:ln w="12700">
            <a:solidFill>
              <a:srgbClr val="008577"/>
            </a:solidFill>
            <a:prstDash val="solid"/>
          </a:ln>
        </p:spPr>
      </p:sp>
      <p:sp>
        <p:nvSpPr>
          <p:cNvPr id="45" name="Text 36"/>
          <p:cNvSpPr/>
          <p:nvPr/>
        </p:nvSpPr>
        <p:spPr>
          <a:xfrm>
            <a:off x="4242816" y="2414016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34155"/>
                </a:solidFill>
              </a:rPr>
              <a:t>Forces</a:t>
            </a:r>
            <a:endParaRPr lang="en-US" sz="750" dirty="0"/>
          </a:p>
        </p:txBody>
      </p:sp>
      <p:graphicFrame>
        <p:nvGraphicFramePr>
          <p:cNvPr id="46" name="Chart 7" descr=""/>
          <p:cNvGraphicFramePr/>
          <p:nvPr/>
        </p:nvGraphicFramePr>
        <p:xfrm>
          <a:off x="4059936" y="2551176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8"/>
          </a:graphicData>
        </a:graphic>
      </p:graphicFrame>
      <p:sp>
        <p:nvSpPr>
          <p:cNvPr id="47" name="Shape 37"/>
          <p:cNvSpPr/>
          <p:nvPr/>
        </p:nvSpPr>
        <p:spPr>
          <a:xfrm>
            <a:off x="4133088" y="3392424"/>
            <a:ext cx="73152" cy="73152"/>
          </a:xfrm>
          <a:prstGeom prst="oval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48" name="Text 38"/>
          <p:cNvSpPr/>
          <p:nvPr/>
        </p:nvSpPr>
        <p:spPr>
          <a:xfrm>
            <a:off x="4242816" y="3355848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34155"/>
                </a:solidFill>
              </a:rPr>
              <a:t>AFI</a:t>
            </a:r>
            <a:endParaRPr lang="en-US" sz="750" dirty="0"/>
          </a:p>
        </p:txBody>
      </p:sp>
      <p:graphicFrame>
        <p:nvGraphicFramePr>
          <p:cNvPr id="49" name="Chart 8" descr=""/>
          <p:cNvGraphicFramePr/>
          <p:nvPr/>
        </p:nvGraphicFramePr>
        <p:xfrm>
          <a:off x="4059936" y="3493008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9"/>
          </a:graphicData>
        </a:graphic>
      </p:graphicFrame>
      <p:sp>
        <p:nvSpPr>
          <p:cNvPr id="50" name="Shape 39"/>
          <p:cNvSpPr/>
          <p:nvPr/>
        </p:nvSpPr>
        <p:spPr>
          <a:xfrm>
            <a:off x="5952744" y="1234440"/>
            <a:ext cx="1783080" cy="219456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51" name="Text 40"/>
          <p:cNvSpPr/>
          <p:nvPr/>
        </p:nvSpPr>
        <p:spPr>
          <a:xfrm>
            <a:off x="5952744" y="1234440"/>
            <a:ext cx="1783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Converter (0 jumpers)</a:t>
            </a:r>
            <a:endParaRPr lang="en-US" sz="800" dirty="0"/>
          </a:p>
        </p:txBody>
      </p:sp>
      <p:sp>
        <p:nvSpPr>
          <p:cNvPr id="52" name="Shape 41"/>
          <p:cNvSpPr/>
          <p:nvPr/>
        </p:nvSpPr>
        <p:spPr>
          <a:xfrm>
            <a:off x="6025896" y="1508760"/>
            <a:ext cx="73152" cy="73152"/>
          </a:xfrm>
          <a:prstGeom prst="oval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53" name="Text 42"/>
          <p:cNvSpPr/>
          <p:nvPr/>
        </p:nvSpPr>
        <p:spPr>
          <a:xfrm>
            <a:off x="6135624" y="1472184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34155"/>
                </a:solidFill>
              </a:rPr>
              <a:t>Shortbranches</a:t>
            </a:r>
            <a:endParaRPr lang="en-US" sz="750" dirty="0"/>
          </a:p>
        </p:txBody>
      </p:sp>
      <p:graphicFrame>
        <p:nvGraphicFramePr>
          <p:cNvPr id="54" name="Chart 9" descr=""/>
          <p:cNvGraphicFramePr/>
          <p:nvPr/>
        </p:nvGraphicFramePr>
        <p:xfrm>
          <a:off x="5952744" y="1609344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55" name="Shape 43"/>
          <p:cNvSpPr/>
          <p:nvPr/>
        </p:nvSpPr>
        <p:spPr>
          <a:xfrm>
            <a:off x="6025896" y="2450592"/>
            <a:ext cx="73152" cy="73152"/>
          </a:xfrm>
          <a:prstGeom prst="oval">
            <a:avLst/>
          </a:prstGeom>
          <a:solidFill>
            <a:srgbClr val="008577"/>
          </a:solidFill>
          <a:ln w="12700">
            <a:solidFill>
              <a:srgbClr val="008577"/>
            </a:solidFill>
            <a:prstDash val="solid"/>
          </a:ln>
        </p:spPr>
      </p:sp>
      <p:sp>
        <p:nvSpPr>
          <p:cNvPr id="56" name="Text 44"/>
          <p:cNvSpPr/>
          <p:nvPr/>
        </p:nvSpPr>
        <p:spPr>
          <a:xfrm>
            <a:off x="6135624" y="2414016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34155"/>
                </a:solidFill>
              </a:rPr>
              <a:t>Forces</a:t>
            </a:r>
            <a:endParaRPr lang="en-US" sz="750" dirty="0"/>
          </a:p>
        </p:txBody>
      </p:sp>
      <p:graphicFrame>
        <p:nvGraphicFramePr>
          <p:cNvPr id="57" name="Chart 10" descr=""/>
          <p:cNvGraphicFramePr/>
          <p:nvPr/>
        </p:nvGraphicFramePr>
        <p:xfrm>
          <a:off x="5952744" y="2551176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1"/>
          </a:graphicData>
        </a:graphic>
      </p:graphicFrame>
      <p:sp>
        <p:nvSpPr>
          <p:cNvPr id="58" name="Shape 45"/>
          <p:cNvSpPr/>
          <p:nvPr/>
        </p:nvSpPr>
        <p:spPr>
          <a:xfrm>
            <a:off x="6025896" y="3392424"/>
            <a:ext cx="73152" cy="73152"/>
          </a:xfrm>
          <a:prstGeom prst="oval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59" name="Text 46"/>
          <p:cNvSpPr/>
          <p:nvPr/>
        </p:nvSpPr>
        <p:spPr>
          <a:xfrm>
            <a:off x="6135624" y="3355848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34155"/>
                </a:solidFill>
              </a:rPr>
              <a:t>AFI</a:t>
            </a:r>
            <a:endParaRPr lang="en-US" sz="750" dirty="0"/>
          </a:p>
        </p:txBody>
      </p:sp>
      <p:graphicFrame>
        <p:nvGraphicFramePr>
          <p:cNvPr id="60" name="Chart 11" descr=""/>
          <p:cNvGraphicFramePr/>
          <p:nvPr/>
        </p:nvGraphicFramePr>
        <p:xfrm>
          <a:off x="5952744" y="3493008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2"/>
          </a:graphicData>
        </a:graphic>
      </p:graphicFrame>
      <p:sp>
        <p:nvSpPr>
          <p:cNvPr id="61" name="Shape 47"/>
          <p:cNvSpPr/>
          <p:nvPr/>
        </p:nvSpPr>
        <p:spPr>
          <a:xfrm>
            <a:off x="7955280" y="658368"/>
            <a:ext cx="3959352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2" name="Text 48"/>
          <p:cNvSpPr/>
          <p:nvPr/>
        </p:nvSpPr>
        <p:spPr>
          <a:xfrm>
            <a:off x="8092440" y="731520"/>
            <a:ext cx="3685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3A8A"/>
                </a:solidFill>
              </a:rPr>
              <a:t>Remaining Jumper List (3)</a:t>
            </a:r>
            <a:endParaRPr lang="en-US" sz="9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46720" y="978408"/>
          <a:ext cx="3776472" cy="1965960"/>
        </p:xfrm>
        <a:graphic>
          <a:graphicData uri="http://schemas.openxmlformats.org/drawingml/2006/table">
            <a:tbl>
              <a:tblPr/>
              <a:tblGrid>
                <a:gridCol w="320040"/>
                <a:gridCol w="685800"/>
                <a:gridCol w="594360"/>
                <a:gridCol w="2176272"/>
              </a:tblGrid>
              <a:tr h="4914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E293B"/>
                          </a:solidFill>
                        </a:rPr>
                        <a:t>No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E293B"/>
                          </a:solidFill>
                        </a:rPr>
                        <a:t>ID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E293B"/>
                          </a:solidFill>
                        </a:rPr>
                        <a:t>PLC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E293B"/>
                          </a:solidFill>
                        </a:rPr>
                        <a:t>Description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000000"/>
                          </a:solidFill>
                        </a:rPr>
                        <a:t>J-004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K2C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Conveying Blower opr ready E4AM01 on PLC K2C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000000"/>
                          </a:solidFill>
                        </a:rPr>
                        <a:t>J-005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K2C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Conveying Blower opr ready H21M03 on PLC K2C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000000"/>
                          </a:solidFill>
                        </a:rPr>
                        <a:t>J-006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K2C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Conveying Blower opr ready H21M04 on PLC K2C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4" name="Shape 49"/>
          <p:cNvSpPr/>
          <p:nvPr/>
        </p:nvSpPr>
        <p:spPr>
          <a:xfrm>
            <a:off x="7955280" y="3182112"/>
            <a:ext cx="3959352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5" name="Text 50"/>
          <p:cNvSpPr/>
          <p:nvPr/>
        </p:nvSpPr>
        <p:spPr>
          <a:xfrm>
            <a:off x="8092440" y="3255264"/>
            <a:ext cx="36850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8A"/>
                </a:solidFill>
              </a:rPr>
              <a:t>Remaining PLC Ratio</a:t>
            </a:r>
            <a:endParaRPr lang="en-US" sz="850" dirty="0"/>
          </a:p>
        </p:txBody>
      </p:sp>
      <p:sp>
        <p:nvSpPr>
          <p:cNvPr id="66" name="Text 51"/>
          <p:cNvSpPr/>
          <p:nvPr/>
        </p:nvSpPr>
        <p:spPr>
          <a:xfrm>
            <a:off x="8092440" y="3456432"/>
            <a:ext cx="3685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4 / 69  (5.8%)</a:t>
            </a:r>
            <a:endParaRPr lang="en-US" sz="1600" dirty="0"/>
          </a:p>
        </p:txBody>
      </p:sp>
      <p:sp>
        <p:nvSpPr>
          <p:cNvPr id="67" name="Text 52"/>
          <p:cNvSpPr/>
          <p:nvPr/>
        </p:nvSpPr>
        <p:spPr>
          <a:xfrm>
            <a:off x="8092440" y="3803904"/>
            <a:ext cx="36850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PLC with active jumpers / Total PLC in Scope</a:t>
            </a:r>
            <a:endParaRPr lang="en-US" sz="750" dirty="0"/>
          </a:p>
        </p:txBody>
      </p:sp>
      <p:sp>
        <p:nvSpPr>
          <p:cNvPr id="68" name="Shape 53"/>
          <p:cNvSpPr/>
          <p:nvPr/>
        </p:nvSpPr>
        <p:spPr>
          <a:xfrm>
            <a:off x="7955280" y="4151376"/>
            <a:ext cx="3959352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9" name="Text 54"/>
          <p:cNvSpPr/>
          <p:nvPr/>
        </p:nvSpPr>
        <p:spPr>
          <a:xfrm>
            <a:off x="8092440" y="4224528"/>
            <a:ext cx="3685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8A"/>
                </a:solidFill>
              </a:rPr>
              <a:t>Count of Remaining Jumper on PLC PP Area</a:t>
            </a:r>
            <a:endParaRPr lang="en-US" sz="850" dirty="0"/>
          </a:p>
        </p:txBody>
      </p:sp>
      <p:graphicFrame>
        <p:nvGraphicFramePr>
          <p:cNvPr id="70" name="Chart 12" descr=""/>
          <p:cNvGraphicFramePr/>
          <p:nvPr/>
        </p:nvGraphicFramePr>
        <p:xfrm>
          <a:off x="8046720" y="4443984"/>
          <a:ext cx="3776472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PPA Process Plant Area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PPA JUMPER AUDIT WEEK-40</dc:title>
  <dc:subject>PptxGenJS Presentation</dc:subject>
  <dc:creator>PPA Automation</dc:creator>
  <cp:lastModifiedBy>PPA Automation</cp:lastModifiedBy>
  <cp:revision>1</cp:revision>
  <dcterms:created xsi:type="dcterms:W3CDTF">2026-10-12T06:49:45Z</dcterms:created>
  <dcterms:modified xsi:type="dcterms:W3CDTF">2026-10-12T06:49:45Z</dcterms:modified>
</cp:coreProperties>
</file>