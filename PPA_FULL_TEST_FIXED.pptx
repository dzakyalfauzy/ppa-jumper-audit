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347472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240280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Shape 27"/>
          <p:cNvSpPr/>
          <p:nvPr/>
        </p:nvSpPr>
        <p:spPr>
          <a:xfrm>
            <a:off x="2240280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350008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5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Shape 29"/>
          <p:cNvSpPr/>
          <p:nvPr/>
        </p:nvSpPr>
        <p:spPr>
          <a:xfrm>
            <a:off x="2240280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350008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38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9" name="Shape 3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133088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242816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43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4" name="Shape 35"/>
          <p:cNvSpPr/>
          <p:nvPr/>
        </p:nvSpPr>
        <p:spPr>
          <a:xfrm>
            <a:off x="4133088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242816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46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7" name="Shape 37"/>
          <p:cNvSpPr/>
          <p:nvPr/>
        </p:nvSpPr>
        <p:spPr>
          <a:xfrm>
            <a:off x="4133088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242816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49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50" name="Shape 39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6025896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6135624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54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5" name="Shape 43"/>
          <p:cNvSpPr/>
          <p:nvPr/>
        </p:nvSpPr>
        <p:spPr>
          <a:xfrm>
            <a:off x="6025896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6135624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57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8" name="Shape 45"/>
          <p:cNvSpPr/>
          <p:nvPr/>
        </p:nvSpPr>
        <p:spPr>
          <a:xfrm>
            <a:off x="6025896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6135624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60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61" name="Shape 47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63" name="Text 49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64" name="Shape 50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51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66" name="Text 52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67" name="Text 53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Shape 54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Shape 56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57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74" name="Text 58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75" name="Text 59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76" name="Shape 60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61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78" name="Chart 12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2026-10-12T05:50:53Z</dcterms:created>
  <dcterms:modified xsi:type="dcterms:W3CDTF">2026-10-12T05:50:53Z</dcterms:modified>
</cp:coreProperties>
</file>