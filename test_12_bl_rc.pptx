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chart" Target="/ppt/charts/chart1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Chart 1" descr=""/>
          <p:cNvGraphicFramePr/>
          <p:nvPr/>
        </p:nvGraphicFramePr>
        <p:xfrm>
          <a:off x="274320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2" descr=""/>
          <p:cNvGraphicFramePr/>
          <p:nvPr/>
        </p:nvGraphicFramePr>
        <p:xfrm>
          <a:off x="274320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3" descr=""/>
          <p:cNvGraphicFramePr/>
          <p:nvPr/>
        </p:nvGraphicFramePr>
        <p:xfrm>
          <a:off x="2167128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4" descr=""/>
          <p:cNvGraphicFramePr/>
          <p:nvPr/>
        </p:nvGraphicFramePr>
        <p:xfrm>
          <a:off x="2167128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7" name="Chart 5" descr=""/>
          <p:cNvGraphicFramePr/>
          <p:nvPr/>
        </p:nvGraphicFramePr>
        <p:xfrm>
          <a:off x="2167128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8" name="Chart 6" descr=""/>
          <p:cNvGraphicFramePr/>
          <p:nvPr/>
        </p:nvGraphicFramePr>
        <p:xfrm>
          <a:off x="4059936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9" name="Chart 7" descr=""/>
          <p:cNvGraphicFramePr/>
          <p:nvPr/>
        </p:nvGraphicFramePr>
        <p:xfrm>
          <a:off x="4059936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graphicFrame>
        <p:nvGraphicFramePr>
          <p:cNvPr id="10" name="Chart 8" descr=""/>
          <p:cNvGraphicFramePr/>
          <p:nvPr/>
        </p:nvGraphicFramePr>
        <p:xfrm>
          <a:off x="4059936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graphicFrame>
        <p:nvGraphicFramePr>
          <p:cNvPr id="11" name="Chart 9" descr=""/>
          <p:cNvGraphicFramePr/>
          <p:nvPr/>
        </p:nvGraphicFramePr>
        <p:xfrm>
          <a:off x="5952744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graphicFrame>
        <p:nvGraphicFramePr>
          <p:cNvPr id="12" name="Chart 10" descr=""/>
          <p:cNvGraphicFramePr/>
          <p:nvPr/>
        </p:nvGraphicFramePr>
        <p:xfrm>
          <a:off x="5952744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graphicFrame>
        <p:nvGraphicFramePr>
          <p:cNvPr id="13" name="Chart 11" descr=""/>
          <p:cNvGraphicFramePr/>
          <p:nvPr/>
        </p:nvGraphicFramePr>
        <p:xfrm>
          <a:off x="5952744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029200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14400"/>
          <a:ext cx="3749040" cy="192024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Chart 12" descr=""/>
          <p:cNvGraphicFramePr/>
          <p:nvPr/>
        </p:nvGraphicFramePr>
        <p:xfrm>
          <a:off x="8046720" y="4151376"/>
          <a:ext cx="37490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2026-10-12T07:17:31Z</dcterms:created>
  <dcterms:modified xsi:type="dcterms:W3CDTF">2026-10-12T07:17:31Z</dcterms:modified>
</cp:coreProperties>
</file>