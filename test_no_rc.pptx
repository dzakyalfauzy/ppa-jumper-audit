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chart" Target="/ppt/charts/chart17.xml"/><Relationship Id="rId5" Type="http://schemas.openxmlformats.org/officeDocument/2006/relationships/chart" Target="/ppt/charts/chart18.xml"/><Relationship Id="rId6" Type="http://schemas.openxmlformats.org/officeDocument/2006/relationships/chart" Target="/ppt/charts/chart19.xml"/><Relationship Id="rId7" Type="http://schemas.openxmlformats.org/officeDocument/2006/relationships/chart" Target="/ppt/charts/chart20.xml"/><Relationship Id="rId8" Type="http://schemas.openxmlformats.org/officeDocument/2006/relationships/chart" Target="/ppt/charts/chart21.xml"/><Relationship Id="rId9" Type="http://schemas.openxmlformats.org/officeDocument/2006/relationships/chart" Target="/ppt/charts/chart22.xml"/><Relationship Id="rId10" Type="http://schemas.openxmlformats.org/officeDocument/2006/relationships/chart" Target="/ppt/charts/chart23.xml"/><Relationship Id="rId11" Type="http://schemas.openxmlformats.org/officeDocument/2006/relationships/chart" Target="/ppt/charts/chart24.xml"/><Relationship Id="rId12" Type="http://schemas.openxmlformats.org/officeDocument/2006/relationships/chart" Target="/ppt/charts/chart25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4133088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9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0" name="Shape 3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6025896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5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5" name="Shape 43"/>
          <p:cNvSpPr/>
          <p:nvPr/>
        </p:nvSpPr>
        <p:spPr>
          <a:xfrm>
            <a:off x="6025896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57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8" name="Shape 45"/>
          <p:cNvSpPr/>
          <p:nvPr/>
        </p:nvSpPr>
        <p:spPr>
          <a:xfrm>
            <a:off x="6025896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60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1" name="Shape 47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63" name="Text 49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66" name="Text 52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2026-10-12T06:49:45Z</dcterms:created>
  <dcterms:modified xsi:type="dcterms:W3CDTF">2026-10-12T06:49:45Z</dcterms:modified>
</cp:coreProperties>
</file>