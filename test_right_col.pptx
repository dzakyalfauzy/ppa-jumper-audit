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AFI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CMS1</c:v>
                  </c:pt>
                  <c:pt idx="1">
                    <c:v>D3C</c:v>
                  </c:pt>
                  <c:pt idx="2">
                    <c:v>D3C1</c:v>
                  </c:pt>
                  <c:pt idx="3">
                    <c:v>K2C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Shortbranches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CMS1</c:v>
                  </c:pt>
                  <c:pt idx="1">
                    <c:v>D3C</c:v>
                  </c:pt>
                  <c:pt idx="2">
                    <c:v>D3C1</c:v>
                  </c:pt>
                  <c:pt idx="3">
                    <c:v>K2C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Forces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CMS1</c:v>
                  </c:pt>
                  <c:pt idx="1">
                    <c:v>D3C</c:v>
                  </c:pt>
                  <c:pt idx="2">
                    <c:v>D3C1</c:v>
                  </c:pt>
                  <c:pt idx="3">
                    <c:v>K2C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658368"/>
            <a:ext cx="3959352" cy="2423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8092440" y="731520"/>
            <a:ext cx="3685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Remaining Jumper List</a:t>
            </a:r>
            <a:endParaRPr lang="en-US" sz="9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0" y="978408"/>
          <a:ext cx="3776472" cy="1965960"/>
        </p:xfrm>
        <a:graphic>
          <a:graphicData uri="http://schemas.openxmlformats.org/drawingml/2006/table">
            <a:tbl>
              <a:tblPr/>
              <a:tblGrid>
                <a:gridCol w="320040"/>
                <a:gridCol w="685800"/>
                <a:gridCol w="594360"/>
                <a:gridCol w="2176272"/>
              </a:tblGrid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No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ID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PLC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Description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000000"/>
                          </a:solidFill>
                        </a:rPr>
                        <a:t>J-004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Conveying Blower opr ready E4AM01 on PLC 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000000"/>
                          </a:solidFill>
                        </a:rPr>
                        <a:t>J-005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Conveying Blower opr ready H21M03 on PLC 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000000"/>
                          </a:solidFill>
                        </a:rPr>
                        <a:t>J-006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Conveying Blower opr ready H21M04 on PLC 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955280" y="3182112"/>
            <a:ext cx="3959352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8092440" y="3255264"/>
            <a:ext cx="3685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Remaining PLC Ratio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092440" y="3456432"/>
            <a:ext cx="3685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4 / 69 (5.8%)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955280" y="4151376"/>
            <a:ext cx="3959352" cy="2487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8092440" y="4224528"/>
            <a:ext cx="3685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Count of Remaining Jumper on PLC PP Area</a:t>
            </a:r>
            <a:endParaRPr lang="en-US" sz="8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8046720" y="4443984"/>
          <a:ext cx="3776472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2026-10-12T06:41:15Z</dcterms:created>
  <dcterms:modified xsi:type="dcterms:W3CDTF">2026-10-12T06:41:15Z</dcterms:modified>
</cp:coreProperties>
</file>