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Plan</c:v>
                </c:pt>
              </c:strCache>
            </c:strRef>
          </c:tx>
          <c:spPr>
            <a:solidFill>
              <a:srgbClr val="BFBF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A52A98"/>
            </a:solidFill>
            <a:ln w="25400" cap="flat">
              <a:solidFill>
                <a:srgbClr val="A52A9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square"/>
            <c:size val="6"/>
            <c:spPr>
              <a:solidFill>
                <a:srgbClr val="A52A98"/>
              </a:solidFill>
              <a:ln w="9525" cap="flat">
                <a:solidFill>
                  <a:srgbClr val="A52A9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W38</c:v>
                  </c:pt>
                  <c:pt idx="1">
                    <c:v>W39</c:v>
                  </c:pt>
                  <c:pt idx="2">
                    <c:v>W40</c:v>
                  </c:pt>
                  <c:pt idx="3">
                    <c:v>W41</c:v>
                  </c:pt>
                  <c:pt idx="4">
                    <c:v>W42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</c:v>
                </c:pt>
                <c:pt idx="2">
                  <c:v>2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 descr=""/>
          <p:cNvGraphicFramePr/>
          <p:nvPr/>
        </p:nvGraphicFramePr>
        <p:xfrm>
          <a:off x="457200" y="457200"/>
          <a:ext cx="2011680" cy="1005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2026-10-12T09:34:07Z</dcterms:created>
  <dcterms:modified xsi:type="dcterms:W3CDTF">2026-10-12T09:34:07Z</dcterms:modified>
</cp:coreProperties>
</file>